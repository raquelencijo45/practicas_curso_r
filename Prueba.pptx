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7B334-AF22-CC40-A55B-21A7A24E0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D726DBA-CA1C-17F6-E334-64F75CA0C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503E1-742D-B548-E5A5-194C17A3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9BC61A-1073-571C-3287-DD17C6B3E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B70286-DFA6-5720-8448-F815F820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310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A2D41-0893-60BC-CC4C-537E785AE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E05F1E-4A07-21CB-273C-D55043C87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F97448-94FC-6EC4-8AC4-1BE4C42EE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BB93C0-1AB1-B284-0A90-7F368FD6F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4B88C0-8904-9C7B-4891-C24B8C67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059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27A81-93CB-42E1-8A91-32C51B28E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423585-E0C2-1339-9A1D-1B36947E3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D70974-B6C5-3AA5-B295-909634C88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D49984-C85D-378D-E1AF-15892C1F3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114A9E-7D5D-A4A7-9085-59752381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42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FCC94-F3D5-6BBA-95F8-B01FBB3B6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142672-95A2-AB5D-B79B-DD1191D35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C47195-2F5B-BC26-6319-234F1BA10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D7DD53-3B3F-A0E5-EEA3-2C8F15CFC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9F3B52-7661-FC19-13B1-1975C657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A434A0-78B6-38CD-8798-12EB2AB94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42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1D6DD-5801-67F2-5C91-B8BFC2F37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2E97BF-0445-0147-8F8A-D403F6EAC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7E2693-CFA5-F0E5-EFED-C86C357CF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D7F8F8-EF77-3B0E-0EF4-E277ABE3AC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6A67758-A2F3-0FE5-AA84-74292F0905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38E1EE6-50E5-9E09-B5B6-0547F94A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B3A629-6024-979C-4AEA-3C02A262C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38223B1-E942-0FB9-8FC8-A26F240F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308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DD07C-024B-4D4A-822B-C7C155B0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71C9BB-CB07-0F18-AF27-00AB6FDC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73EE9EA-C836-8989-6F58-1EF1368C5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DE9649-9DF5-19CE-C4FC-D02EA69A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106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8D6949-4C1E-1E73-9245-D2498AB9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8619D02-FB46-894A-A2CE-E455E5349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67EB33-766C-B1B8-C27D-A0D72FB9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75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96C6A9-D24D-2B84-CFCF-7E959672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1BE2BA-35FF-E2B0-90E3-609E3EC1E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24C1DF-773A-21EE-F9D6-A13E615D9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737E4E-0343-21C0-69CB-B10A2000D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83AC3D-4BCA-A483-01DE-BBA40C6EA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BCEBF9-0FB6-3F7A-D7CC-7A25BF242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3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0DCFE-53BC-DC9A-4178-EBD273103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12E833-3CDD-FDF4-5494-8BFC37445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1E9B65-FB92-41EA-2EC4-635150916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E6E17A-EB8E-2775-6848-A6DB410B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01484D-2181-EFCF-38C3-A1B08B1B2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14C456-4A6C-6E87-F3A5-9F1D24879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752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7897E5-B942-21C2-FFF6-A07FD1A1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6CF13FB-EB26-90B9-5FA4-0B56238B1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CFC8E7-9D21-ABB2-F6CF-70F2BA54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57545B-895C-491A-670E-1D3F5568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2C4A77-0EE9-503A-5D00-EFD890CC5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039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A33F9A-EB0A-A064-8A03-4814C949BB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6FE693-F1E3-BD26-8CAE-804AAAC63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DDE085-7770-133F-68D7-10F22B0D2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C74986-30DC-457F-936D-3A593112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CA7AD8-1749-BBE3-F95F-6EC7AB98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28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271828-4E23-96A6-F3A6-B2F9CEB4C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5B9DA5-D52E-EF19-50BD-1E6BC42E8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2C6BD9-FD8F-9C9D-4BF0-CC8DAF45D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3AE3B-CECF-4BB3-A258-47CC34F11ADF}" type="datetimeFigureOut">
              <a:rPr lang="es-ES" smtClean="0"/>
              <a:t>15/01/2026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4851C2-8B9D-DF7A-F5AE-164F1B577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BEAC8A-F119-3B3E-4C4F-15272230A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91BE6-B4D2-4A99-B9A6-AFA7F70ABE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6896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EC2EC-3344-24D1-1665-CB03FE33F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efEsg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70924F-E9F1-6441-D116-B5B34A33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8024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efEsg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Encijo Heredia Raquel</dc:creator>
  <cp:lastModifiedBy>Encijo Heredia Raquel</cp:lastModifiedBy>
  <cp:revision>2</cp:revision>
  <dcterms:created xsi:type="dcterms:W3CDTF">2026-01-15T12:31:19Z</dcterms:created>
  <dcterms:modified xsi:type="dcterms:W3CDTF">2026-01-15T12:34:32Z</dcterms:modified>
</cp:coreProperties>
</file>